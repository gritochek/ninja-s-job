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altLang="en-US"/>
              <a:t>Игра </a:t>
            </a:r>
            <a:r>
              <a:rPr lang="en-US" altLang="en-US"/>
              <a:t>Nindja’s Job</a:t>
            </a:r>
            <a:endParaRPr lang="en-US" alt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altLang="en-US">
                <a:sym typeface="+mn-ea"/>
              </a:rPr>
              <a:t>Выполнил</a:t>
            </a:r>
            <a:r>
              <a:rPr lang="en-US" altLang="en-US">
                <a:sym typeface="+mn-ea"/>
              </a:rPr>
              <a:t>: </a:t>
            </a:r>
            <a:r>
              <a:rPr lang="ru-RU" altLang="en-US">
                <a:sym typeface="+mn-ea"/>
              </a:rPr>
              <a:t>Черепашков Андрей</a:t>
            </a:r>
            <a:r>
              <a:rPr lang="en-US" altLang="ru-RU">
                <a:sym typeface="+mn-ea"/>
              </a:rPr>
              <a:t>,</a:t>
            </a:r>
            <a:endParaRPr lang="en-US" altLang="ru-RU">
              <a:sym typeface="+mn-ea"/>
            </a:endParaRPr>
          </a:p>
          <a:p>
            <a:r>
              <a:rPr lang="ru-RU" altLang="en-US">
                <a:sym typeface="+mn-ea"/>
              </a:rPr>
              <a:t>Черепашков Алексей,</a:t>
            </a:r>
            <a:endParaRPr lang="en-US" altLang="ru-RU"/>
          </a:p>
          <a:p>
            <a:r>
              <a:rPr lang="ru-RU" altLang="ru-RU">
                <a:sym typeface="+mn-ea"/>
              </a:rPr>
              <a:t>ученики 10 класса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Почему я выбрал эту тему?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US"/>
              <a:t>Страсть</a:t>
            </a:r>
            <a:r>
              <a:rPr lang="en-US" altLang="ru-RU"/>
              <a:t> </a:t>
            </a:r>
            <a:r>
              <a:rPr lang="en-US" altLang="en-US"/>
              <a:t>к</a:t>
            </a:r>
            <a:r>
              <a:rPr lang="en-US" altLang="ru-RU"/>
              <a:t> </a:t>
            </a:r>
            <a:r>
              <a:rPr lang="en-US" altLang="en-US"/>
              <a:t>играм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творчеству</a:t>
            </a:r>
            <a:r>
              <a:rPr lang="en-US" altLang="ru-RU"/>
              <a:t>: </a:t>
            </a:r>
            <a:r>
              <a:rPr lang="en-US" altLang="en-US"/>
              <a:t>Я</a:t>
            </a:r>
            <a:r>
              <a:rPr lang="en-US" altLang="ru-RU"/>
              <a:t> </a:t>
            </a:r>
            <a:r>
              <a:rPr lang="en-US" altLang="en-US"/>
              <a:t>хотел</a:t>
            </a:r>
            <a:r>
              <a:rPr lang="en-US" altLang="ru-RU"/>
              <a:t> </a:t>
            </a:r>
            <a:r>
              <a:rPr lang="en-US" altLang="en-US"/>
              <a:t>создать</a:t>
            </a:r>
            <a:r>
              <a:rPr lang="en-US" altLang="ru-RU"/>
              <a:t> </a:t>
            </a:r>
            <a:r>
              <a:rPr lang="en-US" altLang="en-US"/>
              <a:t>собственный</a:t>
            </a:r>
            <a:r>
              <a:rPr lang="en-US" altLang="ru-RU"/>
              <a:t> </a:t>
            </a:r>
            <a:r>
              <a:rPr lang="en-US" altLang="en-US"/>
              <a:t>игровой</a:t>
            </a:r>
            <a:r>
              <a:rPr lang="en-US" altLang="ru-RU"/>
              <a:t> </a:t>
            </a:r>
            <a:r>
              <a:rPr lang="en-US" altLang="en-US"/>
              <a:t>мир</a:t>
            </a:r>
            <a:r>
              <a:rPr lang="en-US" altLang="ru-RU"/>
              <a:t>, </a:t>
            </a:r>
            <a:r>
              <a:rPr lang="en-US" altLang="en-US"/>
              <a:t>объединив</a:t>
            </a:r>
            <a:r>
              <a:rPr lang="en-US" altLang="ru-RU"/>
              <a:t> </a:t>
            </a:r>
            <a:r>
              <a:rPr lang="en-US" altLang="en-US"/>
              <a:t>любовь</a:t>
            </a:r>
            <a:r>
              <a:rPr lang="en-US" altLang="ru-RU"/>
              <a:t> </a:t>
            </a:r>
            <a:r>
              <a:rPr lang="en-US" altLang="en-US"/>
              <a:t>к</a:t>
            </a:r>
            <a:r>
              <a:rPr lang="en-US" altLang="ru-RU"/>
              <a:t> </a:t>
            </a:r>
            <a:r>
              <a:rPr lang="en-US" altLang="en-US"/>
              <a:t>видеоиграм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программированию</a:t>
            </a:r>
            <a:r>
              <a:rPr lang="en-US" altLang="ru-RU"/>
              <a:t>. </a:t>
            </a:r>
            <a:r>
              <a:rPr lang="en-US" altLang="en-US"/>
              <a:t>Это</a:t>
            </a:r>
            <a:r>
              <a:rPr lang="en-US" altLang="ru-RU"/>
              <a:t> </a:t>
            </a:r>
            <a:r>
              <a:rPr lang="en-US" altLang="en-US"/>
              <a:t>позволяет</a:t>
            </a:r>
            <a:r>
              <a:rPr lang="en-US" altLang="ru-RU"/>
              <a:t> </a:t>
            </a:r>
            <a:r>
              <a:rPr lang="en-US" altLang="en-US"/>
              <a:t>не</a:t>
            </a:r>
            <a:r>
              <a:rPr lang="en-US" altLang="ru-RU"/>
              <a:t> </a:t>
            </a:r>
            <a:r>
              <a:rPr lang="en-US" altLang="en-US"/>
              <a:t>только</a:t>
            </a:r>
            <a:r>
              <a:rPr lang="en-US" altLang="ru-RU"/>
              <a:t> </a:t>
            </a:r>
            <a:r>
              <a:rPr lang="en-US" altLang="en-US"/>
              <a:t>учиться</a:t>
            </a:r>
            <a:r>
              <a:rPr lang="en-US" altLang="ru-RU"/>
              <a:t>, </a:t>
            </a:r>
            <a:r>
              <a:rPr lang="en-US" altLang="en-US"/>
              <a:t>но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выражать</a:t>
            </a:r>
            <a:r>
              <a:rPr lang="en-US" altLang="ru-RU"/>
              <a:t> </a:t>
            </a:r>
            <a:r>
              <a:rPr lang="en-US" altLang="en-US"/>
              <a:t>себя</a:t>
            </a:r>
            <a:r>
              <a:rPr lang="en-US" altLang="ru-RU"/>
              <a:t>.</a:t>
            </a:r>
            <a:endParaRPr lang="en-US" altLang="ru-RU"/>
          </a:p>
          <a:p>
            <a:endParaRPr lang="en-US" altLang="ru-RU"/>
          </a:p>
          <a:p>
            <a:r>
              <a:rPr lang="en-US" altLang="en-US"/>
              <a:t>Интерес</a:t>
            </a:r>
            <a:r>
              <a:rPr lang="en-US" altLang="ru-RU"/>
              <a:t> </a:t>
            </a:r>
            <a:r>
              <a:rPr lang="en-US" altLang="en-US"/>
              <a:t>к</a:t>
            </a:r>
            <a:r>
              <a:rPr lang="en-US" altLang="ru-RU"/>
              <a:t> </a:t>
            </a:r>
            <a:r>
              <a:rPr lang="en-US" altLang="en-US"/>
              <a:t>японской</a:t>
            </a:r>
            <a:r>
              <a:rPr lang="en-US" altLang="ru-RU"/>
              <a:t> </a:t>
            </a:r>
            <a:r>
              <a:rPr lang="en-US" altLang="en-US"/>
              <a:t>эстетике</a:t>
            </a:r>
            <a:r>
              <a:rPr lang="en-US" altLang="ru-RU"/>
              <a:t>: </a:t>
            </a:r>
            <a:r>
              <a:rPr lang="en-US" altLang="en-US"/>
              <a:t>Тема</a:t>
            </a:r>
            <a:r>
              <a:rPr lang="en-US" altLang="ru-RU"/>
              <a:t> </a:t>
            </a:r>
            <a:r>
              <a:rPr lang="en-US" altLang="en-US"/>
              <a:t>ниндзя</a:t>
            </a:r>
            <a:r>
              <a:rPr lang="en-US" altLang="ru-RU"/>
              <a:t> — </a:t>
            </a:r>
            <a:r>
              <a:rPr lang="en-US" altLang="en-US"/>
              <a:t>это</a:t>
            </a:r>
            <a:r>
              <a:rPr lang="en-US" altLang="ru-RU"/>
              <a:t> </a:t>
            </a:r>
            <a:r>
              <a:rPr lang="en-US" altLang="en-US"/>
              <a:t>источник</a:t>
            </a:r>
            <a:r>
              <a:rPr lang="en-US" altLang="ru-RU"/>
              <a:t> </a:t>
            </a:r>
            <a:r>
              <a:rPr lang="en-US" altLang="en-US"/>
              <a:t>крутой</a:t>
            </a:r>
            <a:r>
              <a:rPr lang="en-US" altLang="ru-RU"/>
              <a:t> </a:t>
            </a:r>
            <a:r>
              <a:rPr lang="en-US" altLang="en-US"/>
              <a:t>стилистики</a:t>
            </a:r>
            <a:r>
              <a:rPr lang="en-US" altLang="ru-RU"/>
              <a:t>, </a:t>
            </a:r>
            <a:r>
              <a:rPr lang="en-US" altLang="en-US"/>
              <a:t>динамичного</a:t>
            </a:r>
            <a:r>
              <a:rPr lang="en-US" altLang="ru-RU"/>
              <a:t> </a:t>
            </a:r>
            <a:r>
              <a:rPr lang="en-US" altLang="en-US"/>
              <a:t>геймплея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позволяет</a:t>
            </a:r>
            <a:r>
              <a:rPr lang="en-US" altLang="ru-RU"/>
              <a:t> </a:t>
            </a:r>
            <a:r>
              <a:rPr lang="en-US" altLang="en-US"/>
              <a:t>создать</a:t>
            </a:r>
            <a:r>
              <a:rPr lang="en-US" altLang="ru-RU"/>
              <a:t> </a:t>
            </a:r>
            <a:r>
              <a:rPr lang="en-US" altLang="en-US"/>
              <a:t>запоминающегося</a:t>
            </a:r>
            <a:r>
              <a:rPr lang="en-US" altLang="ru-RU"/>
              <a:t> </a:t>
            </a:r>
            <a:r>
              <a:rPr lang="en-US" altLang="en-US"/>
              <a:t>персонажа</a:t>
            </a:r>
            <a:r>
              <a:rPr lang="en-US" altLang="ru-RU"/>
              <a:t>.</a:t>
            </a:r>
            <a:endParaRPr lang="en-US" altLang="ru-RU"/>
          </a:p>
          <a:p>
            <a:endParaRPr lang="en-US" altLang="ru-RU"/>
          </a:p>
          <a:p>
            <a:r>
              <a:rPr lang="en-US" altLang="en-US"/>
              <a:t>Идеальный</a:t>
            </a:r>
            <a:r>
              <a:rPr lang="en-US" altLang="ru-RU"/>
              <a:t> </a:t>
            </a:r>
            <a:r>
              <a:rPr lang="en-US" altLang="en-US"/>
              <a:t>учебный</a:t>
            </a:r>
            <a:r>
              <a:rPr lang="en-US" altLang="ru-RU"/>
              <a:t> </a:t>
            </a:r>
            <a:r>
              <a:rPr lang="en-US" altLang="en-US"/>
              <a:t>проект</a:t>
            </a:r>
            <a:r>
              <a:rPr lang="en-US" altLang="ru-RU"/>
              <a:t>: </a:t>
            </a:r>
            <a:r>
              <a:rPr lang="en-US" altLang="en-US"/>
              <a:t>Игра</a:t>
            </a:r>
            <a:r>
              <a:rPr lang="en-US" altLang="ru-RU"/>
              <a:t> </a:t>
            </a:r>
            <a:r>
              <a:rPr lang="en-US" altLang="en-US"/>
              <a:t>типа</a:t>
            </a:r>
            <a:r>
              <a:rPr lang="en-US" altLang="ru-RU"/>
              <a:t> "</a:t>
            </a:r>
            <a:r>
              <a:rPr lang="en-US" altLang="en-US"/>
              <a:t>платформер</a:t>
            </a:r>
            <a:r>
              <a:rPr lang="en-US" altLang="ru-RU"/>
              <a:t>" </a:t>
            </a:r>
            <a:r>
              <a:rPr lang="en-US" altLang="en-US"/>
              <a:t>или</a:t>
            </a:r>
            <a:r>
              <a:rPr lang="en-US" altLang="ru-RU"/>
              <a:t> "</a:t>
            </a:r>
            <a:r>
              <a:rPr lang="en-US" altLang="en-US"/>
              <a:t>аркада</a:t>
            </a:r>
            <a:r>
              <a:rPr lang="en-US" altLang="ru-RU"/>
              <a:t>" </a:t>
            </a:r>
            <a:r>
              <a:rPr lang="en-US" altLang="en-US"/>
              <a:t>идеально</a:t>
            </a:r>
            <a:r>
              <a:rPr lang="en-US" altLang="ru-RU"/>
              <a:t> </a:t>
            </a:r>
            <a:r>
              <a:rPr lang="en-US" altLang="en-US"/>
              <a:t>подходит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изучения</a:t>
            </a:r>
            <a:r>
              <a:rPr lang="en-US" altLang="ru-RU"/>
              <a:t> </a:t>
            </a:r>
            <a:r>
              <a:rPr lang="en-US" altLang="en-US"/>
              <a:t>ключевых</a:t>
            </a:r>
            <a:r>
              <a:rPr lang="en-US" altLang="ru-RU"/>
              <a:t> </a:t>
            </a:r>
            <a:r>
              <a:rPr lang="en-US" altLang="en-US"/>
              <a:t>концепций</a:t>
            </a:r>
            <a:r>
              <a:rPr lang="en-US" altLang="ru-RU"/>
              <a:t> Python: </a:t>
            </a:r>
            <a:r>
              <a:rPr lang="en-US" altLang="en-US"/>
              <a:t>объектно</a:t>
            </a:r>
            <a:r>
              <a:rPr lang="en-US" altLang="ru-RU"/>
              <a:t>-</a:t>
            </a:r>
            <a:r>
              <a:rPr lang="en-US" altLang="en-US"/>
              <a:t>ориентированного</a:t>
            </a:r>
            <a:r>
              <a:rPr lang="en-US" altLang="ru-RU"/>
              <a:t> </a:t>
            </a:r>
            <a:r>
              <a:rPr lang="en-US" altLang="en-US"/>
              <a:t>программирования</a:t>
            </a:r>
            <a:r>
              <a:rPr lang="en-US" altLang="ru-RU"/>
              <a:t>, </a:t>
            </a:r>
            <a:r>
              <a:rPr lang="en-US" altLang="en-US"/>
              <a:t>работы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графикой</a:t>
            </a:r>
            <a:r>
              <a:rPr lang="en-US" altLang="ru-RU"/>
              <a:t>, </a:t>
            </a:r>
            <a:r>
              <a:rPr lang="en-US" altLang="en-US"/>
              <a:t>циклами</a:t>
            </a:r>
            <a:r>
              <a:rPr lang="en-US" altLang="ru-RU"/>
              <a:t>, </a:t>
            </a:r>
            <a:r>
              <a:rPr lang="en-US" altLang="en-US"/>
              <a:t>коллизиями</a:t>
            </a:r>
            <a:r>
              <a:rPr lang="en-US" altLang="ru-RU"/>
              <a:t>, </a:t>
            </a:r>
            <a:r>
              <a:rPr lang="en-US" altLang="en-US"/>
              <a:t>логикой</a:t>
            </a:r>
            <a:r>
              <a:rPr lang="en-US" altLang="ru-RU"/>
              <a:t> </a:t>
            </a:r>
            <a:r>
              <a:rPr lang="en-US" altLang="en-US"/>
              <a:t>состояний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управления</a:t>
            </a:r>
            <a:r>
              <a:rPr lang="en-US" altLang="ru-RU"/>
              <a:t> </a:t>
            </a:r>
            <a:r>
              <a:rPr lang="en-US" altLang="en-US"/>
              <a:t>событиями</a:t>
            </a:r>
            <a:r>
              <a:rPr lang="en-US" altLang="ru-RU"/>
              <a:t>.</a:t>
            </a: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Описание проекта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ru-RU"/>
              <a:t>"Nindja's Job" — </a:t>
            </a:r>
            <a:r>
              <a:rPr lang="en-US" altLang="en-US"/>
              <a:t>это</a:t>
            </a:r>
            <a:r>
              <a:rPr lang="en-US" altLang="ru-RU"/>
              <a:t> 2D-</a:t>
            </a:r>
            <a:r>
              <a:rPr lang="en-US" altLang="en-US"/>
              <a:t>платформер</a:t>
            </a:r>
            <a:r>
              <a:rPr lang="en-US" altLang="ru-RU"/>
              <a:t>/</a:t>
            </a:r>
            <a:r>
              <a:rPr lang="en-US" altLang="en-US"/>
              <a:t>аркада</a:t>
            </a:r>
            <a:r>
              <a:rPr lang="en-US" altLang="ru-RU"/>
              <a:t>, </a:t>
            </a:r>
            <a:r>
              <a:rPr lang="en-US" altLang="en-US"/>
              <a:t>созданная</a:t>
            </a:r>
            <a:r>
              <a:rPr lang="en-US" altLang="ru-RU"/>
              <a:t> </a:t>
            </a:r>
            <a:r>
              <a:rPr lang="en-US" altLang="en-US"/>
              <a:t>на</a:t>
            </a:r>
            <a:r>
              <a:rPr lang="en-US" altLang="ru-RU"/>
              <a:t> </a:t>
            </a:r>
            <a:r>
              <a:rPr lang="en-US" altLang="en-US"/>
              <a:t>языке</a:t>
            </a:r>
            <a:r>
              <a:rPr lang="en-US" altLang="ru-RU"/>
              <a:t> Python. </a:t>
            </a:r>
            <a:r>
              <a:rPr lang="en-US" altLang="en-US"/>
              <a:t>Игрок</a:t>
            </a:r>
            <a:r>
              <a:rPr lang="en-US" altLang="ru-RU"/>
              <a:t> </a:t>
            </a:r>
            <a:r>
              <a:rPr lang="en-US" altLang="en-US"/>
              <a:t>управляет</a:t>
            </a:r>
            <a:r>
              <a:rPr lang="en-US" altLang="ru-RU"/>
              <a:t> </a:t>
            </a:r>
            <a:r>
              <a:rPr lang="en-US" altLang="en-US"/>
              <a:t>ниндзей</a:t>
            </a:r>
            <a:r>
              <a:rPr lang="en-US" altLang="ru-RU"/>
              <a:t>, </a:t>
            </a:r>
            <a:r>
              <a:rPr lang="en-US" altLang="en-US"/>
              <a:t>который</a:t>
            </a:r>
            <a:r>
              <a:rPr lang="en-US" altLang="ru-RU"/>
              <a:t> </a:t>
            </a:r>
            <a:r>
              <a:rPr lang="en-US" altLang="en-US"/>
              <a:t>выполняет</a:t>
            </a:r>
            <a:r>
              <a:rPr lang="en-US" altLang="ru-RU"/>
              <a:t> </a:t>
            </a:r>
            <a:r>
              <a:rPr lang="en-US" altLang="en-US"/>
              <a:t>свою</a:t>
            </a:r>
            <a:r>
              <a:rPr lang="en-US" altLang="ru-RU"/>
              <a:t> </a:t>
            </a:r>
            <a:r>
              <a:rPr lang="en-US" altLang="en-US"/>
              <a:t>опасную</a:t>
            </a:r>
            <a:r>
              <a:rPr lang="en-US" altLang="ru-RU"/>
              <a:t> </a:t>
            </a:r>
            <a:r>
              <a:rPr lang="en-US" altLang="en-US"/>
              <a:t>работу</a:t>
            </a:r>
            <a:r>
              <a:rPr lang="en-US" altLang="ru-RU"/>
              <a:t>: </a:t>
            </a:r>
            <a:r>
              <a:rPr lang="en-US" altLang="en-US"/>
              <a:t>сражается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вражескими</a:t>
            </a:r>
            <a:r>
              <a:rPr lang="en-US" altLang="ru-RU"/>
              <a:t> </a:t>
            </a:r>
            <a:r>
              <a:rPr lang="en-US" altLang="en-US"/>
              <a:t>самураями</a:t>
            </a:r>
            <a:r>
              <a:rPr lang="en-US" altLang="ru-RU"/>
              <a:t>, </a:t>
            </a:r>
            <a:r>
              <a:rPr lang="en-US" altLang="en-US"/>
              <a:t>ниндзя</a:t>
            </a:r>
            <a:r>
              <a:rPr lang="en-US" altLang="ru-RU"/>
              <a:t>-</a:t>
            </a:r>
            <a:r>
              <a:rPr lang="en-US" altLang="en-US"/>
              <a:t>предателями</a:t>
            </a:r>
            <a:r>
              <a:rPr lang="en-US" altLang="ru-RU"/>
              <a:t> </a:t>
            </a:r>
            <a:r>
              <a:rPr lang="en-US" altLang="en-US"/>
              <a:t>или</a:t>
            </a:r>
            <a:r>
              <a:rPr lang="en-US" altLang="ru-RU"/>
              <a:t> </a:t>
            </a:r>
            <a:r>
              <a:rPr lang="en-US" altLang="en-US"/>
              <a:t>сверхъестественными</a:t>
            </a:r>
            <a:r>
              <a:rPr lang="en-US" altLang="ru-RU"/>
              <a:t> </a:t>
            </a:r>
            <a:r>
              <a:rPr lang="en-US" altLang="en-US"/>
              <a:t>существами</a:t>
            </a:r>
            <a:r>
              <a:rPr lang="en-US" altLang="ru-RU"/>
              <a:t>, </a:t>
            </a:r>
            <a:r>
              <a:rPr lang="en-US" altLang="en-US"/>
              <a:t>собирает</a:t>
            </a:r>
            <a:r>
              <a:rPr lang="en-US" altLang="ru-RU"/>
              <a:t> </a:t>
            </a:r>
            <a:r>
              <a:rPr lang="en-US" altLang="en-US"/>
              <a:t>скрытые</a:t>
            </a:r>
            <a:r>
              <a:rPr lang="en-US" altLang="ru-RU"/>
              <a:t> </a:t>
            </a:r>
            <a:r>
              <a:rPr lang="en-US" altLang="en-US"/>
              <a:t>свитки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ценные</a:t>
            </a:r>
            <a:r>
              <a:rPr lang="en-US" altLang="ru-RU"/>
              <a:t> </a:t>
            </a:r>
            <a:r>
              <a:rPr lang="en-US" altLang="en-US"/>
              <a:t>артефакты</a:t>
            </a:r>
            <a:r>
              <a:rPr lang="en-US" altLang="ru-RU"/>
              <a:t>, </a:t>
            </a:r>
            <a:r>
              <a:rPr lang="en-US" altLang="en-US"/>
              <a:t>преодолевает</a:t>
            </a:r>
            <a:r>
              <a:rPr lang="en-US" altLang="ru-RU"/>
              <a:t> </a:t>
            </a:r>
            <a:r>
              <a:rPr lang="en-US" altLang="en-US"/>
              <a:t>ловушки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сложные</a:t>
            </a:r>
            <a:r>
              <a:rPr lang="en-US" altLang="ru-RU"/>
              <a:t> </a:t>
            </a:r>
            <a:r>
              <a:rPr lang="en-US" altLang="en-US"/>
              <a:t>участки</a:t>
            </a:r>
            <a:r>
              <a:rPr lang="en-US" altLang="ru-RU"/>
              <a:t> </a:t>
            </a:r>
            <a:r>
              <a:rPr lang="en-US" altLang="en-US"/>
              <a:t>местности</a:t>
            </a:r>
            <a:r>
              <a:rPr lang="en-US" altLang="ru-RU"/>
              <a:t>.</a:t>
            </a:r>
            <a:endParaRPr lang="en-US" alt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Цели и задачи проекта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Цель</a:t>
            </a:r>
            <a:r>
              <a:rPr lang="en-US" altLang="ru-RU"/>
              <a:t>: </a:t>
            </a:r>
            <a:r>
              <a:rPr lang="en-US" altLang="en-US"/>
              <a:t>Разработать</a:t>
            </a:r>
            <a:r>
              <a:rPr lang="en-US" altLang="ru-RU"/>
              <a:t> </a:t>
            </a:r>
            <a:r>
              <a:rPr lang="en-US" altLang="en-US"/>
              <a:t>законченную</a:t>
            </a:r>
            <a:r>
              <a:rPr lang="en-US" altLang="ru-RU"/>
              <a:t>, </a:t>
            </a:r>
            <a:r>
              <a:rPr lang="en-US" altLang="en-US"/>
              <a:t>играбельную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увлекательную</a:t>
            </a:r>
            <a:r>
              <a:rPr lang="en-US" altLang="ru-RU"/>
              <a:t> 2D-</a:t>
            </a:r>
            <a:r>
              <a:rPr lang="en-US" altLang="en-US"/>
              <a:t>игру</a:t>
            </a:r>
            <a:r>
              <a:rPr lang="en-US" altLang="ru-RU"/>
              <a:t> </a:t>
            </a:r>
            <a:r>
              <a:rPr lang="en-US" altLang="en-US"/>
              <a:t>на</a:t>
            </a:r>
            <a:r>
              <a:rPr lang="en-US" altLang="ru-RU"/>
              <a:t> Python, </a:t>
            </a:r>
            <a:r>
              <a:rPr lang="en-US" altLang="en-US"/>
              <a:t>демонстрирующую</a:t>
            </a:r>
            <a:r>
              <a:rPr lang="en-US" altLang="ru-RU"/>
              <a:t> </a:t>
            </a:r>
            <a:r>
              <a:rPr lang="en-US" altLang="en-US"/>
              <a:t>практические</a:t>
            </a:r>
            <a:r>
              <a:rPr lang="en-US" altLang="ru-RU"/>
              <a:t> </a:t>
            </a:r>
            <a:r>
              <a:rPr lang="en-US" altLang="en-US"/>
              <a:t>навыки</a:t>
            </a:r>
            <a:r>
              <a:rPr lang="en-US" altLang="ru-RU"/>
              <a:t> </a:t>
            </a:r>
            <a:r>
              <a:rPr lang="en-US" altLang="en-US"/>
              <a:t>программирования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геймдизайна</a:t>
            </a:r>
            <a:r>
              <a:rPr lang="en-US" altLang="ru-RU"/>
              <a:t>.</a:t>
            </a:r>
            <a:endParaRPr lang="en-US" altLang="ru-RU"/>
          </a:p>
          <a:p>
            <a:r>
              <a:rPr lang="ru-RU" altLang="ru-RU"/>
              <a:t>Задачи</a:t>
            </a:r>
            <a:r>
              <a:rPr lang="en-US" altLang="ru-RU"/>
              <a:t>:</a:t>
            </a:r>
            <a:endParaRPr lang="en-US" altLang="ru-RU"/>
          </a:p>
          <a:p>
            <a:r>
              <a:rPr lang="en-US" altLang="ru-RU"/>
              <a:t>1. </a:t>
            </a:r>
            <a:r>
              <a:rPr lang="ru-RU" altLang="ru-RU"/>
              <a:t> Сделать главное меню</a:t>
            </a:r>
            <a:endParaRPr lang="ru-RU" altLang="ru-RU"/>
          </a:p>
          <a:p>
            <a:r>
              <a:rPr lang="ru-RU" altLang="ru-RU"/>
              <a:t>2. Сделать несколько уровней разной сложности</a:t>
            </a:r>
            <a:endParaRPr lang="ru-RU" altLang="ru-RU"/>
          </a:p>
          <a:p>
            <a:r>
              <a:rPr lang="ru-RU" altLang="ru-RU"/>
              <a:t>3. Сделать возможность ставить игру на паузу и экспорт результатов</a:t>
            </a:r>
            <a:endParaRPr lang="ru-RU" altLang="ru-RU"/>
          </a:p>
          <a:p>
            <a:r>
              <a:rPr lang="ru-RU" altLang="ru-RU"/>
              <a:t>4. Сделать финальное окно после прохождения уровней</a:t>
            </a:r>
            <a:endParaRPr lang="ru-RU" alt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Принцип работы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Вы заходите в игру, перед вами главное меню, нажмите на цифру от 1-5, чтобы начать прохождение уровня. После прохождения каждого уровня сложность повышается, самый сложный уровень это 5. После прохождения всех уровней будет выведено финальное окно и вы сможете экспортировать результаты в формате </a:t>
            </a:r>
            <a:r>
              <a:rPr lang="en-US" altLang="ru-RU"/>
              <a:t>txt.</a:t>
            </a:r>
            <a:endParaRPr lang="en-US" alt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Перспективы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pPr/>
            <a:r>
              <a:rPr lang="ru-RU" altLang="en-US"/>
              <a:t> Добавить больше уровней</a:t>
            </a:r>
            <a:endParaRPr lang="ru-RU" altLang="en-US"/>
          </a:p>
          <a:p>
            <a:pPr/>
            <a:r>
              <a:rPr lang="ru-RU" altLang="en-US"/>
              <a:t> Добавить новые локации</a:t>
            </a:r>
            <a:endParaRPr lang="ru-RU" altLang="en-US"/>
          </a:p>
          <a:p>
            <a:pPr/>
            <a:r>
              <a:rPr lang="ru-RU" altLang="en-US"/>
              <a:t> Добавить рейтинг игроков</a:t>
            </a:r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1755</Words>
  <Application>WPS Presentation</Application>
  <PresentationFormat>宽屏</PresentationFormat>
  <Paragraphs>37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andre</cp:lastModifiedBy>
  <cp:revision>4</cp:revision>
  <dcterms:created xsi:type="dcterms:W3CDTF">2025-07-23T00:59:00Z</dcterms:created>
  <dcterms:modified xsi:type="dcterms:W3CDTF">2026-01-25T14:28:06Z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1049-12.2.0.23197</vt:lpwstr>
  </property>
  <property fmtid="{D5CDD505-2E9C-101B-9397-08002B2CF9AE}" pid="3" name="ICV">
    <vt:lpwstr>12129D6AFE684DEC9F3066BA254D839F_11</vt:lpwstr>
  </property>
</Properties>
</file>